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Artificial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Transforming the Future of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An Introduction to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What is Artificial Intelligence?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AI is the simulation of human intelligence by machines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Enables computers to learn, reason, and make decisions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Encompasses machine learning, deep learning, and neural networks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Goal: Create systems that can perform tasks requiring human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Types of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Narrow AI (Weak AI): Designed for specific tasks (e.g., Siri, Alexa)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General AI (Strong AI): Human-level intelligence across all domains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Super AI: Hypothetical AI surpassing human intelligence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Most current AI applications are Narrow AI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Key AI Technologies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Machine Learning: Systems that learn from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Deep Learning: Neural networks with multiple layers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Natural Language Processing (NLP): Understanding human language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Computer Vision: Interpreting visual information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Robotics: Physical AI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AI Applications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Healthcare: Disease diagnosis, drug discovery, personalized medicine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Finance: Fraud detection, algorithmic trading, risk assessment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Transportation: Self-driving cars, traffic optimization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Customer Service: Chatbots, virtual assistants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Entertainment: Content recommendations, game AI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Benefits of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Increased efficiency and productivity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24/7 availability and consistency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Data-driven decision making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Automation of repetitive tasks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Enhanced personalization and user experiences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Challenges &amp; Considerations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Ethical concerns and bias in AI systems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Job displacement and workforce changes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Privacy and data security issues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Lack of transparency (black box problem)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Need for regulation and governance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The Future of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Continued growth in AI capabilities and adoption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Integration into everyday life and business operations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Advances in AGI research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Emphasis on responsible and ethical AI development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Collaboration between humans and AI systems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AI is reshaping our world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Understanding AI is essential for the future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</dc:title>
  <dc:subject>Created with Banbury AI</dc:subject>
  <dc:creator>Banbury AI</dc:creator>
  <cp:lastModifiedBy>Banbury AI</cp:lastModifiedBy>
  <cp:revision>1</cp:revision>
  <dcterms:created xsi:type="dcterms:W3CDTF">2026-01-06T20:45:08Z</dcterms:created>
  <dcterms:modified xsi:type="dcterms:W3CDTF">2026-01-06T20:45:08Z</dcterms:modified>
</cp:coreProperties>
</file>