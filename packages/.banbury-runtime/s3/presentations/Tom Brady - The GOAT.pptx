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49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305"/>
            <a:ext cx="7315200" cy="578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BRADY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1446610"/>
            <a:ext cx="7315200" cy="347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Greatest of All Time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025254"/>
            <a:ext cx="7315200" cy="231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7× Super Bowl Champion • 5× Super Bowl MVP • 3× NFL MVP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89322"/>
            <a:ext cx="7315200" cy="347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Life &amp; College Career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723305"/>
            <a:ext cx="7315200" cy="17359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Born August 3, 1977, in San Mateo, California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Attended Junípero Serra High School in San Mateo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Played football, baseball, and basketball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Threw for 3,702 yards and 31 touchdowns as a senior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University of Michigan (1996-1999)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Started as 7th-string quarterback as a freshman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Led team to Orange Bowl victory in 1999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Finished college career with 35 touchdown passes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2000 NFL Draft: Selected 199th overall by New England Patriots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- 6th round pick, 4 quarterbacks selected before him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1458"/>
            <a:ext cx="7315200" cy="347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England Patriots Dynasty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636509"/>
            <a:ext cx="7315200" cy="231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2000-2019 (20 Seasons)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012627"/>
            <a:ext cx="7315200" cy="1446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6 Super Bowl Championships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2001, 2003, 2004, 2014, 2016, 2018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🏅 4 Super Bowl MVP Awards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2001, 2003, 2014, 2016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Patriots Era Statistics: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249 regular season wins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30 playoff wins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17 AFC East titles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13 AFC Championship games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9 Super Bowl appearances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1458"/>
            <a:ext cx="7315200" cy="347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 Comebacks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23305"/>
            <a:ext cx="3657600" cy="867966"/>
          </a:xfrm>
          <a:prstGeom prst="rect">
            <a:avLst/>
          </a:prstGeom>
          <a:solidFill>
            <a:srgbClr val="2E405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81169"/>
            <a:ext cx="3291840" cy="7522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Bowl LI (2017)</a:t>
            </a:r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Atlanta Falcons</a:t>
            </a:r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28-3 in 3rd Quarter</a:t>
            </a:r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comeback in </a:t>
            </a:r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Bowl history</a:t>
            </a:r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Score: 34-28 (OT)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0" y="723305"/>
            <a:ext cx="3657600" cy="867966"/>
          </a:xfrm>
          <a:prstGeom prst="rect">
            <a:avLst/>
          </a:prstGeom>
          <a:solidFill>
            <a:srgbClr val="2E4053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0" y="781169"/>
            <a:ext cx="3291840" cy="7522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AFC Championship (2007)</a:t>
            </a:r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San Diego Chargers</a:t>
            </a:r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14-3 at halftime</a:t>
            </a:r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comeback to win 21-12</a:t>
            </a:r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 perfect </a:t>
            </a:r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season Super Bowl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80592"/>
            <a:ext cx="7315200" cy="7233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Comeback Statistics:</a:t>
            </a:r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46 4th quarter comebacks (NFL record)</a:t>
            </a:r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65 game-winning drives (NFL record)</a:t>
            </a:r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35 playoff wins (NFL record)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1458"/>
            <a:ext cx="7315200" cy="347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Tampa Bay Buccaneers Era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636509"/>
            <a:ext cx="7315200" cy="231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2020-2022 (3 Seasons)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012627"/>
            <a:ext cx="7315200" cy="1446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Super Bowl LV Champion (2021)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Defeated Kansas City Chiefs 31-9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5th Super Bowl MVP Award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First QB to win Super Bowl with two different teams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2020 Season Achievements: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4,633 passing yards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40 touchdown passes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Led NFL in passing touchdowns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First Bucs playoff appearance since 2007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Final Season (2022):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5,316 passing yards (2nd in NFL)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25 touchdown passes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Announced retirement, then returned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Final retirement after season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1458"/>
            <a:ext cx="7315200" cy="347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Statistics &amp; Records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723305"/>
          <a:ext cx="7315200" cy="144661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44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Statistic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Career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NFL Record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144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Passing Yards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1st All-Time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144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Touchdown Passes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1st All-Time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144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Playoff Wins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1st All-Time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144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 Bowl Wins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1st All-Time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144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 Bowl MVPs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1st All-Time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144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Bowl Selections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Tied 3rd All-Time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144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Seasons with 4,000+ Yards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1st All-Time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144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Game-Winning Drives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1st All-Time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144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4th Quarter Comebacks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6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1st All-Time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1458"/>
            <a:ext cx="7315200" cy="347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Awards &amp; Honors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723305"/>
            <a:ext cx="7315200" cy="17359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NFL MVP Awards (3)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2007, 2010, 2017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🏅 Super Bowl MVP Awards (5)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2001, 2003, 2014, 2016, 2020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Pro Bowl Selections (15)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2001, 2004-2007, 2009-2018, 2021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 First-Team All-Pro (3)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2007, 2010, 2017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🎖️ NFL Honors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NFL Offensive Player of the Year (2007, 2010)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NFL Comeback Player of the Year (2009)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Associated Press Male Athlete of the Year (2007)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Sports Illustrated Sportsman of the Year (2005)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1458"/>
            <a:ext cx="7315200" cy="347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&amp; Impact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723305"/>
            <a:ext cx="7315200" cy="17359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🐐 Greatest of All Time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Universally recognized as the greatest quarterback in NFL history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Longevity &amp; Excellence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23 NFL seasons (2000-2022)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Played until age 45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Maintained elite performance throughout career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Mental Toughness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Clutch performer in biggest moments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Master of the two-minute drill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Unmatched playoff success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🏈 Changed the Game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Redefined quarterback position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Set new standards for preparation and dedication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Influenced entire generation of players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Beyond Football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TB12 Method and wellness brand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Media and broadcasting career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Philanthropic efforts through TB12 Foundation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Tom Brady - The GOAT</dc:title>
  <dc:subject>Edited with Banbury</dc:subject>
  <dc:creator>Banbury Editor</dc:creator>
  <cp:lastModifiedBy>Banbury Editor</cp:lastModifiedBy>
  <cp:revision>1</cp:revision>
  <dcterms:created xsi:type="dcterms:W3CDTF">2026-01-20T18:49:35Z</dcterms:created>
  <dcterms:modified xsi:type="dcterms:W3CDTF">2026-01-20T18:49:35Z</dcterms:modified>
</cp:coreProperties>
</file>